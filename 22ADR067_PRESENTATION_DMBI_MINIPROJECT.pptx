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4591" r:id="rId2"/>
    <p:sldMasterId id="2147484579" r:id="rId3"/>
  </p:sldMasterIdLst>
  <p:notesMasterIdLst>
    <p:notesMasterId r:id="rId9"/>
  </p:notesMasterIdLst>
  <p:handoutMasterIdLst>
    <p:handoutMasterId r:id="rId10"/>
  </p:handoutMasterIdLst>
  <p:sldIdLst>
    <p:sldId id="442" r:id="rId4"/>
    <p:sldId id="728" r:id="rId5"/>
    <p:sldId id="742" r:id="rId6"/>
    <p:sldId id="738" r:id="rId7"/>
    <p:sldId id="725" r:id="rId8"/>
  </p:sldIdLst>
  <p:sldSz cx="9144000" cy="6858000" type="screen4x3"/>
  <p:notesSz cx="6811963" cy="99425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iram Yadav" initials="SY" lastIdx="1" clrIdx="0">
    <p:extLst>
      <p:ext uri="{19B8F6BF-5375-455C-9EA6-DF929625EA0E}">
        <p15:presenceInfo xmlns:p15="http://schemas.microsoft.com/office/powerpoint/2012/main" userId="11ecc7d3f84f464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66"/>
    <a:srgbClr val="FF3399"/>
    <a:srgbClr val="AC0000"/>
    <a:srgbClr val="3366FF"/>
    <a:srgbClr val="B9077E"/>
    <a:srgbClr val="9C2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50" autoAdjust="0"/>
    <p:restoredTop sz="94394" autoAdjust="0"/>
  </p:normalViewPr>
  <p:slideViewPr>
    <p:cSldViewPr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28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commentAuthors" Target="commentAuthors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87A49BD9-C15B-4CCE-BA8B-28A7138E7D46}" type="datetime3">
              <a:rPr lang="en-US" smtClean="0"/>
              <a:pPr>
                <a:defRPr/>
              </a:pPr>
              <a:t>9 May 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hangingPunct="1">
              <a:defRPr sz="13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r>
              <a:rPr lang="en-IN" dirty="0"/>
              <a:t>1-59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B41858EF-1881-4336-AB88-9472B4E482B1}" type="slidenum">
              <a:rPr lang="en-IN"/>
              <a:pPr>
                <a:defRPr/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4457016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8536" y="0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fld id="{745AF635-11AF-450F-B773-692E6CB212DF}" type="datetime3">
              <a:rPr lang="en-US" smtClean="0"/>
              <a:pPr>
                <a:defRPr/>
              </a:pPr>
              <a:t>9 May 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73637" cy="37290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728" tIns="47864" rIns="95728" bIns="47864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197" y="4722694"/>
            <a:ext cx="5449570" cy="4474131"/>
          </a:xfrm>
          <a:prstGeom prst="rect">
            <a:avLst/>
          </a:prstGeom>
        </p:spPr>
        <p:txBody>
          <a:bodyPr vert="horz" lIns="95728" tIns="47864" rIns="95728" bIns="47864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3661"/>
            <a:ext cx="2951850" cy="497126"/>
          </a:xfrm>
          <a:prstGeom prst="rect">
            <a:avLst/>
          </a:prstGeom>
        </p:spPr>
        <p:txBody>
          <a:bodyPr vert="horz" lIns="95728" tIns="47864" rIns="95728" bIns="47864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8536" y="9443661"/>
            <a:ext cx="2951850" cy="497126"/>
          </a:xfrm>
          <a:prstGeom prst="rect">
            <a:avLst/>
          </a:prstGeom>
        </p:spPr>
        <p:txBody>
          <a:bodyPr vert="horz" wrap="square" lIns="95728" tIns="47864" rIns="95728" bIns="4786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Calibri" pitchFamily="34" charset="0"/>
              </a:defRPr>
            </a:lvl1pPr>
          </a:lstStyle>
          <a:p>
            <a:pPr>
              <a:defRPr/>
            </a:pPr>
            <a:fld id="{2587D5A1-37CC-4B13-9F17-5059BEF349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749200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2AF8618D-51AD-40EB-86A2-24DEC409AC1E}" type="datetime3">
              <a:rPr lang="en-US" smtClean="0"/>
              <a:pPr>
                <a:defRPr/>
              </a:pPr>
              <a:t>9 May 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1-59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87D5A1-37CC-4B13-9F17-5059BEF349E4}" type="slidenum">
              <a:rPr lang="en-US" smtClean="0"/>
              <a:pPr>
                <a:defRPr/>
              </a:pPr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279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/>
          </a:p>
        </p:txBody>
      </p:sp>
      <p:sp>
        <p:nvSpPr>
          <p:cNvPr id="348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DB0377D7-24A5-481F-908F-768F4687DD04}" type="slidenum">
              <a:rPr lang="en-US" altLang="en-US">
                <a:latin typeface="Calibri" panose="020F0502020204030204" pitchFamily="34" charset="0"/>
              </a:rPr>
              <a:pPr/>
              <a:t>2</a:t>
            </a:fld>
            <a:endParaRPr lang="en-US" altLang="en-US" dirty="0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1591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8711EB-544A-4405-9B07-930EC371C035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E568E9-B9E9-4171-B614-6B8CD7508211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9F4348-0461-4A32-B5EC-44A54333EEB4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54709-D76C-492B-9E83-DA5CE41081DB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8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05A5D3-A5C5-41BC-AC1B-78376003971C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4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EA4A47-561E-465A-A6B1-ADF332ABEB53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629B9D-76A3-483C-9F6A-540A7409809D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6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and Round Single Corner Rectangle 4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" name="Right Triangle 5"/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7" name="Freeform 6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AE52A7-64DF-4833-A86F-A3F47E2AC27C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4E39E-479B-4003-953E-8F945459897C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76DFE3-E17F-466C-8AC1-52E2468DF967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9595922-CB65-4694-88E1-0389563862D8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9FD4F-3980-456F-B545-8D53309EA37E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5EB8F-F371-4484-A84C-21A1B01158C7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979A4-C0B2-4C81-A4FB-1E5B80AD0B49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E2897-C65B-406D-A588-744D383CA7DE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F1FA1-8458-4129-924B-7532EDD86147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5FE24D-4434-424D-9C75-6E46573DFD75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12F143-239B-42CE-BE0F-55E3CD594915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AD920-F682-4A55-B63F-48C8F1CC1283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917B04-B5F9-4630-A128-87B4B92EA18E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3A310-130A-439C-B3E5-0906939592AC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05B-E5CC-4464-9BB7-7BCCF84A07E4}" type="datetime5">
              <a:rPr lang="en-US" smtClean="0"/>
              <a:pPr/>
              <a:t>9-May-25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573B2-5186-4EA1-B709-D1438BA10970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E5369F-A3ED-4071-A75D-258CD23F1EC5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2E41D-AD20-4582-96A9-26AE005D4E42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145C0-2AC4-4702-9C85-BED29F3D5C77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98E6B-3CEE-468F-BE48-CC50E9D8E64E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ACE50-1432-4FE3-B49C-8A04528B6EFC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331A2-936F-4415-B2A7-7A973F13EE44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FD456-933D-482B-A38F-44A2D1FBACCD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665F44-41B5-44CF-9451-A8CFAFD511C5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20F398-5194-4922-94CC-66A368E58A46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A51E7-B80F-47BE-909C-C69C302A4ACA}" type="datetime5">
              <a:rPr lang="en-US" smtClean="0"/>
              <a:pPr/>
              <a:t>9-May-25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D6E878-1374-43BF-9C46-281CCE7F38C1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65" r:id="rId1"/>
    <p:sldLayoutId id="2147484566" r:id="rId2"/>
    <p:sldLayoutId id="2147484567" r:id="rId3"/>
    <p:sldLayoutId id="2147484568" r:id="rId4"/>
    <p:sldLayoutId id="2147484569" r:id="rId5"/>
    <p:sldLayoutId id="2147484570" r:id="rId6"/>
    <p:sldLayoutId id="2147484571" r:id="rId7"/>
    <p:sldLayoutId id="2147484572" r:id="rId8"/>
    <p:sldLayoutId id="2147484575" r:id="rId9"/>
    <p:sldLayoutId id="2147484573" r:id="rId10"/>
    <p:sldLayoutId id="2147484574" r:id="rId11"/>
    <p:sldLayoutId id="2147484603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>
          <a:solidFill>
            <a:schemeClr val="accent1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5000">
          <a:solidFill>
            <a:schemeClr val="tx2"/>
          </a:solidFill>
          <a:latin typeface="Calibri" pitchFamily="34" charset="0"/>
        </a:defRPr>
      </a:lvl9pPr>
    </p:titleStyle>
    <p:bodyStyle>
      <a:lvl1pPr marL="273050" indent="-2730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063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209550" algn="l" rtl="0" eaLnBrk="0" fontAlgn="base" hangingPunct="0">
        <a:spcBef>
          <a:spcPct val="20000"/>
        </a:spcBef>
        <a:spcAft>
          <a:spcPct val="0"/>
        </a:spcAft>
        <a:buSzPct val="80000"/>
        <a:buFont typeface="Wingdings" pitchFamily="2" charset="2"/>
        <a:buChar char="Ø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AB0F85-54C5-4371-92E9-C441160297C0}" type="datetime5">
              <a:rPr lang="en-US" smtClean="0"/>
              <a:pPr/>
              <a:t>9-May-25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92" r:id="rId1"/>
    <p:sldLayoutId id="2147484593" r:id="rId2"/>
    <p:sldLayoutId id="2147484594" r:id="rId3"/>
    <p:sldLayoutId id="2147484595" r:id="rId4"/>
    <p:sldLayoutId id="2147484596" r:id="rId5"/>
    <p:sldLayoutId id="2147484597" r:id="rId6"/>
    <p:sldLayoutId id="2147484598" r:id="rId7"/>
    <p:sldLayoutId id="2147484599" r:id="rId8"/>
    <p:sldLayoutId id="2147484600" r:id="rId9"/>
    <p:sldLayoutId id="2147484601" r:id="rId10"/>
    <p:sldLayoutId id="2147484602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A4985-C20B-43A0-A3C8-38EB8430E818}" type="datetime5">
              <a:rPr lang="en-US" smtClean="0"/>
              <a:pPr/>
              <a:t>9-May-25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80" r:id="rId1"/>
    <p:sldLayoutId id="2147484581" r:id="rId2"/>
    <p:sldLayoutId id="2147484582" r:id="rId3"/>
    <p:sldLayoutId id="2147484583" r:id="rId4"/>
    <p:sldLayoutId id="2147484584" r:id="rId5"/>
    <p:sldLayoutId id="2147484585" r:id="rId6"/>
    <p:sldLayoutId id="2147484586" r:id="rId7"/>
    <p:sldLayoutId id="2147484587" r:id="rId8"/>
    <p:sldLayoutId id="2147484588" r:id="rId9"/>
    <p:sldLayoutId id="2147484589" r:id="rId10"/>
    <p:sldLayoutId id="2147484590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rajanand/crime-in-india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>
            <a:lum/>
          </a:blip>
          <a:srcRect/>
          <a:tile tx="0" ty="0" sx="100000" sy="8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Subtitle 2"/>
          <p:cNvSpPr>
            <a:spLocks noGrp="1"/>
          </p:cNvSpPr>
          <p:nvPr>
            <p:ph type="subTitle" idx="1"/>
          </p:nvPr>
        </p:nvSpPr>
        <p:spPr>
          <a:xfrm>
            <a:off x="3419872" y="2924944"/>
            <a:ext cx="5400600" cy="1077218"/>
          </a:xfrm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12551" y="1385651"/>
            <a:ext cx="722258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      </a:t>
            </a:r>
            <a:r>
              <a:rPr lang="en-IN" sz="3200" b="1" dirty="0">
                <a:effectLst/>
                <a:latin typeface="Century Schoolbook" panose="02040604050505020304" pitchFamily="18" charset="0"/>
              </a:rPr>
              <a:t>Crime Analysis Dashboard</a:t>
            </a:r>
          </a:p>
          <a:p>
            <a:pPr algn="ctr"/>
            <a:r>
              <a:rPr lang="en-IN" sz="3200" b="1" dirty="0">
                <a:effectLst/>
                <a:latin typeface="Century Schoolbook" panose="02040604050505020304" pitchFamily="18" charset="0"/>
              </a:rPr>
              <a:t> (India, 2001–2012)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02AFFD-8CB1-4416-B227-37B6A21D8984}"/>
              </a:ext>
            </a:extLst>
          </p:cNvPr>
          <p:cNvSpPr txBox="1"/>
          <p:nvPr/>
        </p:nvSpPr>
        <p:spPr>
          <a:xfrm>
            <a:off x="6300193" y="5589240"/>
            <a:ext cx="28438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By,</a:t>
            </a:r>
          </a:p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Monika R J (22ADR067)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             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517"/>
            <a:ext cx="1259632" cy="1517856"/>
          </a:xfrm>
          <a:prstGeom prst="rect">
            <a:avLst/>
          </a:prstGeom>
        </p:spPr>
      </p:pic>
      <p:pic>
        <p:nvPicPr>
          <p:cNvPr id="18" name="Picture 17" descr="G:\TBI\TBI@KEC Logos\K Transform\6-5x4 product centre.jpg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376" y="1438761"/>
            <a:ext cx="1481844" cy="1191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762000" y="85725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  <a:cs typeface="Times New Roman" panose="02020603050405020304" pitchFamily="18" charset="0"/>
              </a:rPr>
              <a:t>DATASET DESCRIPTION</a:t>
            </a:r>
            <a:endParaRPr lang="en-US" alt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3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95DFB051-9E2E-4191-A78C-24BEC80B8791}" type="slidenum">
              <a:rPr lang="en-US" altLang="en-US">
                <a:solidFill>
                  <a:srgbClr val="FFFFFF"/>
                </a:solidFill>
              </a:rPr>
              <a:pPr/>
              <a:t>2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915718" y="1228725"/>
            <a:ext cx="7922164" cy="34563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16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Dataset Link: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	 </a:t>
            </a:r>
            <a:r>
              <a:rPr lang="en-US" u="sng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/>
              </a:rPr>
              <a:t>https://www.kaggle.com/datasets/rajanand/crime-in-india</a:t>
            </a:r>
            <a:endParaRPr lang="en-US" u="sng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u="sng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It has 9018 rows and 33 columns with different crime types over the years in the states of India.</a:t>
            </a:r>
          </a:p>
          <a:p>
            <a:endParaRPr lang="en-US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kec2blackborder png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B07BA7-4CA7-D189-3BA9-F23F7CC1C71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610" y="3717031"/>
            <a:ext cx="7562837" cy="252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494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7195B-35B5-4EBC-6D66-10770D0C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616" y="764704"/>
            <a:ext cx="8229600" cy="363066"/>
          </a:xfrm>
        </p:spPr>
        <p:txBody>
          <a:bodyPr/>
          <a:lstStyle/>
          <a:p>
            <a:r>
              <a:rPr lang="en-IN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Dimensions used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50EF3-D953-DB7A-A36A-833FDD1C6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16C474A-0427-C40A-CF93-F65990682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1760" y="1127770"/>
            <a:ext cx="5219055" cy="5219055"/>
          </a:xfrm>
        </p:spPr>
      </p:pic>
    </p:spTree>
    <p:extLst>
      <p:ext uri="{BB962C8B-B14F-4D97-AF65-F5344CB8AC3E}">
        <p14:creationId xmlns:p14="http://schemas.microsoft.com/office/powerpoint/2010/main" val="1905652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16EB5-E173-8568-9CEE-F1CF39D22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8ACBC8AC-5269-E23E-DA09-B7F3F0749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5576" y="11918"/>
            <a:ext cx="8229600" cy="1143000"/>
          </a:xfrm>
        </p:spPr>
        <p:txBody>
          <a:bodyPr/>
          <a:lstStyle/>
          <a:p>
            <a:pPr algn="ctr" eaLnBrk="1" hangingPunct="1"/>
            <a:r>
              <a:rPr lang="en-US" altLang="en-US" sz="3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</a:p>
        </p:txBody>
      </p:sp>
      <p:sp>
        <p:nvSpPr>
          <p:cNvPr id="18435" name="Slide Number Placeholder 4">
            <a:extLst>
              <a:ext uri="{FF2B5EF4-FFF2-40B4-BE49-F238E27FC236}">
                <a16:creationId xmlns:a16="http://schemas.microsoft.com/office/drawing/2014/main" id="{17E6A0AE-BB05-58F5-C917-E2E59125BA6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rIns="91440"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fld id="{BC842EBB-16BF-45CC-8C0E-322995EC9A68}" type="slidenum">
              <a:rPr lang="en-US" altLang="en-US">
                <a:solidFill>
                  <a:srgbClr val="FFFFFF"/>
                </a:solidFill>
              </a:rPr>
              <a:pPr/>
              <a:t>4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18437" name="Date Placeholder 3">
            <a:extLst>
              <a:ext uri="{FF2B5EF4-FFF2-40B4-BE49-F238E27FC236}">
                <a16:creationId xmlns:a16="http://schemas.microsoft.com/office/drawing/2014/main" id="{B2A07A85-EBF7-A473-0176-A5441A2C8C3A}"/>
              </a:ext>
            </a:extLst>
          </p:cNvPr>
          <p:cNvSpPr txBox="1">
            <a:spLocks/>
          </p:cNvSpPr>
          <p:nvPr/>
        </p:nvSpPr>
        <p:spPr bwMode="auto">
          <a:xfrm>
            <a:off x="533400" y="6251575"/>
            <a:ext cx="2286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Schoolbook" panose="02040604050505020304" pitchFamily="18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dirty="0">
              <a:latin typeface="Book Antiqua" panose="02040602050305030304" pitchFamily="18" charset="0"/>
            </a:endParaRPr>
          </a:p>
        </p:txBody>
      </p:sp>
      <p:pic>
        <p:nvPicPr>
          <p:cNvPr id="7" name="Picture 6" descr="kec2blackborder png.PNG">
            <a:extLst>
              <a:ext uri="{FF2B5EF4-FFF2-40B4-BE49-F238E27FC236}">
                <a16:creationId xmlns:a16="http://schemas.microsoft.com/office/drawing/2014/main" id="{23A511F1-24B1-25BD-0CE3-568E2FCA192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F407CC5-4606-F818-E2EE-0DAF83B65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20" t="6546" r="5326" b="9595"/>
          <a:stretch/>
        </p:blipFill>
        <p:spPr>
          <a:xfrm>
            <a:off x="577008" y="1542529"/>
            <a:ext cx="8550359" cy="447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179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4659D-7D15-4636-BED0-AAF4BE80FA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20"/>
            <a:ext cx="7787208" cy="1152128"/>
          </a:xfrm>
        </p:spPr>
        <p:txBody>
          <a:bodyPr/>
          <a:lstStyle/>
          <a:p>
            <a:pPr marL="0" indent="0" algn="ctr">
              <a:buNone/>
            </a:pPr>
            <a:r>
              <a:rPr lang="en-IN" sz="6600" b="1" dirty="0"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Thank You !!</a:t>
            </a:r>
            <a:endParaRPr lang="en-US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0226-49C8-4CEA-9F30-3C02E011C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1413D5B-0279-47B2-AB44-E806A00ECAC5}" type="datetime5">
              <a:rPr lang="en-US" smtClean="0"/>
              <a:pPr>
                <a:defRPr/>
              </a:pPr>
              <a:t>9-May-25</a:t>
            </a:fld>
            <a:endParaRPr lang="en-US" dirty="0"/>
          </a:p>
        </p:txBody>
      </p:sp>
      <p:pic>
        <p:nvPicPr>
          <p:cNvPr id="5" name="Picture 4" descr="kec2blackborder p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8340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12751</TotalTime>
  <Words>74</Words>
  <Application>Microsoft Office PowerPoint</Application>
  <PresentationFormat>On-screen Show (4:3)</PresentationFormat>
  <Paragraphs>24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Book Antiqua</vt:lpstr>
      <vt:lpstr>Calibri</vt:lpstr>
      <vt:lpstr>Century Schoolbook</vt:lpstr>
      <vt:lpstr>Times New Roman</vt:lpstr>
      <vt:lpstr>Wingdings</vt:lpstr>
      <vt:lpstr>Wingdings 2</vt:lpstr>
      <vt:lpstr>Flow</vt:lpstr>
      <vt:lpstr>1_Custom Design</vt:lpstr>
      <vt:lpstr>Custom Design</vt:lpstr>
      <vt:lpstr>PowerPoint Presentation</vt:lpstr>
      <vt:lpstr>DATASET DESCRIPTION</vt:lpstr>
      <vt:lpstr>Dimensions used</vt:lpstr>
      <vt:lpstr>Dashboard</vt:lpstr>
      <vt:lpstr>PowerPoint Presentation</vt:lpstr>
    </vt:vector>
  </TitlesOfParts>
  <Company>KVITT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Monika RJ</cp:lastModifiedBy>
  <cp:revision>1434</cp:revision>
  <dcterms:created xsi:type="dcterms:W3CDTF">2013-12-25T07:56:38Z</dcterms:created>
  <dcterms:modified xsi:type="dcterms:W3CDTF">2025-05-09T06:15:26Z</dcterms:modified>
</cp:coreProperties>
</file>